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3A65F5C-7052-4AC7-8463-30ED79896E6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You asked us to split the docs so C++ and Python could be versioned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independently, and you left the approach to us. So: here's the approach, and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why.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Top of the slide is what you get. A chooser at the root, then each product 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its own namespace with its own version list and its own dropdown. unstable 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built from main, and each release gets a directory named for its exact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version.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But the more useful block is the second one, because I want to set expectations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about how invasive this is. It isn't. Same Sphinx. Same theme. Same Doxygen,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same Breathe, same API generator. Still deploying to gh-pages, still served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 of /docs.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Your content is untouched. Every page is where it was — nothing moved, nothing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renamed, nothing reorganised, no sections shuffled.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navigation is untouched too, with exactly one exception: the C++ table of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contents no longer lists the Python docs. That's one line, and it is the split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it's how Python stops being part of the C++ book. There's no other structural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edit anywhere.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handful of pages did change, and they're all consequences rather than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decisions: a few cross-references from Python into C++ that I'll come back to 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next-but-one slide, and a prototype I'll show you at the end.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Five things changed and I'll take them one at a time. But first I want to show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you why those five — because the old setup was much closer to working than it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looks, and seeing exactly where it fell short makes the rest of this obvious.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6889D4-15FF-4BE4-A52A-EA2403F7168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Here's the thing I found most interesting while working on this.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old setup wasn't missing the machinery. It had version directories — main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published to unstable, and you could dispatch from a release branch and get 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directory named after it. It had a manifest file. It had the switcher wired up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 the theme, correctly: the URL each page fetched the version list from was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exactly where the build wrote it, and the version each page claimed to be was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exactly the directory it landed in. If you'd reviewed that code on its own you'd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have approved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All the parts were there. They couldn't add up, for two separate reasons, and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first one is the one that surprised me.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Every deploy replaced the whole site. The action ran with force_orphan, which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rebuilds the branch from scratch out of whatever the artifact contains. So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site is never what you've published over time — it's only ever what the last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build produced.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That's the middle block, and it's a real test rather than a reading of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config. cub/api.rst and thrust/api.rst were deleted from the source in July.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python/coop.rst a few days later. Production has redeployed hundreds of times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since. If anything survived a deploy, those pages would still be sitting there.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All three are 404 today, while their neighbours that still exist in the source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are 200.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follow that through for a release. You publish 3.4.8, and the next person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who merges a PR to main triggers a build whose artifact contains unstable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nothing else — and /cccl/3.4.8/ is gone. Not delisted. Deleted.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That alone makes release documentation impossible. But there's a second,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independent reason, which is the manifest. Every build wrote nv-versions.json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scratch with exactly one entry: whatever had just been built. So even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inside the window where two directories existed, the dropdown could only ever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name one of them.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then the bottom line. One directory on the branch, one entry in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manifest, one commit, and of the last two hundred publications, zero were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release dispatches. The release path was never used. Not once.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Which, given everything I just described, is completely rational. The feature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existed and could not work, so nobody used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 want to be clear none of this is a criticism of whoever built it. The manifest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is the only file in that system that has to know about versions other than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one being built, and a single build cannot know that. It's a genuine design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problem, solved the natural way — generate it — which happens to be the one way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that can't work. The deploy setting is a two-line YAML choice whose consequence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only shows up if you ever publish a second thing, and nobody ever did.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So, five changes. The first two make a version an explicit thing rather than an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accident. The third fixes the manifest. The last two make publishing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predictable.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0CBEB6-CC5C-4BAF-8F98-EE284B573FD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Change one. There are now two Sphinx projects where there was one.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is the structural reason the old setup couldn't do what you asked, and it's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one sentence: a version number is a property of a build. One build writes one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output directory, and that directory carries exactly one version. So if you want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two products versioned independently, you need two builds. There's no way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around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Before, there was one project rooted at docs/, and since docs/python/ sits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inside docs/, Sphinx simply walked into it and published the Python pages 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/cccl/unstable/python/. That's why they were nested — nobody decided it, it's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just what Sphinx does by default.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docs/conf.py has one line telling the C++ build to skip that directory,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a second Sphinx project claims it as its own source root.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Two details worth thirty seconds. The Python config lives outside its own source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root and gets passed in with -c. That's what let us build documentation for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tags cut before any of this existed — today's configuration, yesterday's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sources.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because "Python pages published under a C++ version" is precisely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failure we just removed, there are two independent checks that it hasn't come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back: one in the build script, one in the workflow.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the cost, because there is one and it's the one Georgii spotted.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Sphinx cross-references are resolved within a project. :ref: and :doc: look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up a target in the same build. Once these are two builds, a Python page can no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longer say :ref: and reach a C++ page — there's nothing to resolve against.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 those links became absolute URLs. It's three pages and four links, all of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them Python pointing at C++, none in the other direction — I checked every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version of both trees. The cost is that an absolute URL names a version, so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those four now point at unstable and won't follow a reader who's on a release.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There's a proper fix for this and it's called intersphinx — you publish an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inventory, the other project consumes it, and links resolve by symbol name. Both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products already publish that inventory. We haven't wired up the consuming side,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deliberately, because it means one build depending on the other's published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output and I didn't want that in the first version. Four links didn't justify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it. If it becomes forty, it will.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Two builds, two directories. So how does a directory know which version it is?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5099C8-F62B-4494-AC76-A2956092D23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Change two, and this is the one to remember.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Still one variable. SPHINX_CCCL_VER is the same variable you already know, and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 still means the version. What changed is that it's now also the place, and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place has rules.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That's the whole idea. Before, it was a free string that the workflow happened to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set to a directory name. Now it's validated before the build starts: it's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unstable, or it's exactly three numbers. Nothing else.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Look at what's rejected, because each row is a URL we've decided not to create.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3.4 is a rolling directory. Publish there and the content behind that URL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changes every patch release, which breaks the one thing a documentation link 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supposed to do.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3.5.0-rc0 is a release candidate. That's a perfectly accurate description of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software, and it's still refused, because publishing it puts unreleased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documentation one URL away from a released version.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3.6 is the value sitting in VERSION.md right now — what main is. Also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refused, because main isn't a release. It publishes to unstable.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the middle block. That one value goes three places. Bash creates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directory — and since the artifact is laid out exactly like the site, that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directory is the URL. Sphinx writes the canonical link, which has to include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version or every release claims to be the authoritative one. And Sphinx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writes the stamp the dropdown matches 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Two programs, three places, so the build confirms the value actually arrived 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 greps a page it just wrote for the stamp and stops if it isn't there. Three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lines of bash. It's the first row of the guards table later, and I'll leave it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until then.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That stamp is what the dropdown matches against. And the dropdown reads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manifest — which brings us back to the thing that was actually broken.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1C702A1-8861-4E05-94BF-95E9910F989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Change three, and this is the direct fix for slide two.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manifest isn't generated any more. It's checked in, and it lists every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version of that product. You edit it during release prep and it gets reviewed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like anything else.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One file per product: nv-versions.json, which is what the theme fetches to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draw the dropdown. cuda-python ships a second one beside it called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versions.json and we deliberately don't, because nothing reads it — I'll come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back to that.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That sounds almost too simple, so let me say why it's the right answer and not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just a different one.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manifest is the only file in the system that has to know about versions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other than the one being built. A build can't know that — it has one source tree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one version. So there are three options. Generate it from the build, which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is what we had, and you get one entry. Scan the published site and regenerate,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which makes your version list whatever happens to be lying around on a branch,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means any half-failed deploy silently rewrites your version history. 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check it in, and make it something a person decided and a person reviewed.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We went with the third. The version list is release metadata. It should live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with the release, in the commit, in the diff.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One guard on it. The build refuses to publish a version that isn't listed,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because if it isn't there nothing links to it and you've published documentation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that renders perfectly and no reader can reach.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the second file, since you'll see it in cuda-python and wonder why we don't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have it. versions.json is the same list in a different shape, and nothing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fetches it — not the theme, not the switcher, nothing in either codebase. We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dropped it. The evidence that it's dead weight is on cuda-python's own site: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their versions.json stopped at 0.3.2 while their nv-versions.json reached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1.2.0, and nobody noticed for nine minor versions, because nothing was reading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it. Carrying it would have meant a file to maintain, a copy step, and a guard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whose whole job was keeping a dead file in sync with a live one.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One detail if you read the config later: the manifest sits at the component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root, not inside a version directory. It lists every version, so it can't live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inside one of them.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That's the reader-facing half fixed. Now the publishing half.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1F87A70-AE24-4166-AE96-55B37BBEDA9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Change four. How a publication gets aimed.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 want to be accurate about the before column, because two of those three lines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are things the workflow offered and nobody ever did. Every publication that has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ever happened is the first line: push to main, get unstable. Zero dispatches,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as we saw earlier.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 this isn't me telling you we removed a hazard you were exposed to. The release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path was specified and never worked, and the point of this slide is that there's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one that does.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Still, the shape of what was offered is worth thirty seconds, because it's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design contrast. destination_override was a free-text box whose value became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directory your documentation overwrote, with nothing validating it. If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someone had used it, a typo would have published a build somewhere nobody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expected, and a plausible-looking value would have landed C++ docs on top of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something else.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there are two paths and neither takes a destination. Push to main and both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products rebuild into their unstable trees. Or dispatch with a tag, and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tag decides everything — v3.5.0 can only become /cccl/cpp/3.5.0/, and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python-1.2.0 can only become /cccl/python/1.2.0/. There's no field where 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human can put a wrong value, because the value is computed.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That's the general principle, and it's most of why this is safer than what it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replaces: wherever someone could type something wrong, the system derives it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instead.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One more thing about the development path. Both products build from the same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commit, deliberately. One push advances both, so if we built them separately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their unstable trees could end up describing different states of the repo.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Only releases are genuinely independent.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both paths go through the same reusable workflow underneath, so the release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path can't quietly drift away from the one we exercise on every merge.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A93FF7-C224-44F7-B80B-97011FEF158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Change five, the last one. Two lines of YAML, and it's the change that makes all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others possible.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Same branch, same /docs path, same Pages settings — a reader can't tell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difference. What's different is the model.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Before, the site was defined as "whatever the last build produced." That's slide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two: force_orphan rebuilds the branch from the artifact every time, so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anything not in that artifact ceases to exist.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the site is defined as "everything we've ever published." clean: false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only writes the paths the artifact contains. It's a copy, not a sync — it never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compares, so it can never decide something's missing and delete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That's what lets two versions exist at the same time, which is the thing you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asked for. It also means a Python release physically cannot touch a C++ path,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 because we told it not to, but because those files aren't in the artifact.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because we're not recreating the branch, gh-pages now keeps ordinary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commits — you can see what shipped when, and you can revert one bad deploy.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the cost, and I want to be straight about this because it's a genuine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regression and you'll notice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Under the old setup, if you renamed foo.md to foo2.md, foo.html disappeared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the site at the next deploy. It got wiped along with everything else.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Under this one it doesn't. The sidebars, the search index and the inventory all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rebuild without it, but the old HTML file stays.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So: we traded "the site is always exactly the current build" for "the site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accumulates." You can't have versions without the second one, but the first one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had a real property that we've given up.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 things that make it liveable. It isn't link rot — an old bookmark keeps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working, which is usually what you want. It's invisible to anyone navigating 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searching, because nothing links to it. It only happens where we write into 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directory that already has files, which in practice is the two unstable trees;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release directories get written once and never touched again. And cleanup is 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deliberate git rm on gh-pages. We didn't automate that on purpose — an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automatic remover is a script whose failure mode is deleting published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documentation.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That's all five changes. Let me show you what it looks like to actually use.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E1D8CC-7560-4FAD-9F86-E4C6D6B6677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is the one you'll actually have to remember, so let me go slowly.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Step one, and it's the new one: before you tag, add the version to that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product's manifest. One entry, one file. It goes in the release-prep commit and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gets reviewed.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Step two, tag it. Step three, run the workflow and hand it the tag. Done —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tag decides both which product and which directory.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Forget step one and the build stops and tells you which file to edit. It won't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publish documentation that nothing links to.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There's no before to compare this against, which is the point. No release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documentation has ever been published, so this is the first procedure that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exists rather than a replacement for one. Had anyone tried the old path,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build would have written a manifest naming only that version and the next merge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 main would have deleted the directory — so "there was no procedure" is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accurate way to say it, not a slight.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One extra thing worth knowing: you can rehearse the whole release. The dispatch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takes an optional branch and site URL, so you can publish to a scratch branch 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your own fork and click around before anything touches production. That's how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everything in this talk was tested.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81BA5C-54F1-439D-85AC-95FD29C72AE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I'm not going to read the table. What matters is the heading, and it's the one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idea I'd like you to leave with about this whole system.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Every row is a way this site breaks while looking completely fine. Not one of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these produces an error page, a 500, or a broken link. The documentation renders,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URLs resolve, the search works — and something is wrong that nobody will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report, because nobody is quite sure what correct looks like.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That's why there are eight checks rather than three. It isn't belt and braces.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It's that this particular system has almost no failure modes you'd notice.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Let me do one, because it's my favourite. Bottom row. GitHub Pages runs Jekyll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unless you drop an empty file called .nojekyll at the root, and Jekyll ignores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any directory whose name starts with an underscore. Sphinx puts every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stylesheet, every script, and the version switcher in _static.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 without that one empty file: every URL resolves, every page has all its text,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the whole site is unstyled with no navigation. Nothing fails. Nothing 404s.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 just looks like someone turned CSS off.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All of these run before the deploy step, so a failure means nothing got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published.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Then the bottom line, which is the part I'd actually like you to weigh. Guards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you've never seen fail aren't guards. So I fed it a pre-release tag and watched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run stop with the deploy step skipped. I pulled a version out of a manifest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watched the same thing. Both publication paths have been run end to end, for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both products.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one I'd point at specifically is "byte-identical." Those release directories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have been through every deploy since they were published and their tree hashes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haven't moved. That's the concrete evidence for what I claimed two slides ago 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additive deployment really does leave existing releases alone, and it's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checkable by hash rather than by squinting at the site.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B0CD90-0944-4828-81B6-821D9A239AB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Five things that are true, and a couple are uncomfortable.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Naming. unstable means main. It is not the newest release. We moved away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latest deliberately, because latest reads as "the current release," and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anyone who believes that gets confidently wrong answers about code they can't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use yet.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one needs your agreement, so I'll flag it hardest. The old URLs go away.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We're not redirecting /cccl/unstable/ — it stops resolving. That's 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deliberate call: keeping two URL schemes alive means maintaining both forever,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the old one was only ever main, so nobody's citing it in a paper. But it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is a call, and if you'd rather redirect, that's a conversation we should have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rather than after it ships.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Capacity. Nothing retires automatically. A C++ release is about 118 meg,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site's at 314 today, and Pages refuses anything over a gig. Room for roughly six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more C++ releases — call it a year. We don't need a policy today, but somebody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will need one before we hit the ceiling, and I'd rather that was a decision than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 emergency.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two releases already published can't be rebuilt by the workflow, because 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release build runs the build scripts from that tag's own source and both of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these predate all of this. They were published once from one-off branches.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Everything tagged from now on republishes normally.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last, something I found a couple of weeks ago: the build isn't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byte-reproducible. Rebuilding identical sources changed three HTML files by 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few bytes — entirely in how cross-references got written, one build emitting 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same-page anchor and the other a full path. Both worked. Nothing broke. But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republishing isn't guaranteed to be a no-op, and you should hear that from me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rather than find it in a diff.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90E0455-6095-4DE8-8F8B-9ABFCDE586B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One thing I want to show you that wasn't part of the ask.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Georgii raised it: if we've got a page that's genuinely language-agnostic, do we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have to write it twice, given there are two builds?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Turns out no, and it's cheap. You write the page once under the C++ tree and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symlink it into the Python tree. Both Sphinx projects see a real file inside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their own source root, so both render it. One file, two renderings, nothing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copied. It's live on the fork — you can go and look at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because a toctree entry names a document rather than a location, each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product puts it wherever it belongs. Right now that page sits under CUDA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Experimental in the C++ docs and inside cuda.compute in Python.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part I like is that versioning just works. The copy under C++ 3.5.0 is that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page as of 3.5.0, and under Python 1.2.0 it's as of 1.2.0 — automatically,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because every page in a build gets stamped with that build's label. If you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hosted it once at the doc root instead, you'd have to pick a single version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number for it, and it'd be wrong for whichever product didn't match.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cost is the same content at two URLs.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I'm not asking you to adopt it. I'm showing you it's available.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676842-BF08-4733-9D75-99D2AEE1C84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 things I'd like decided.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Does this merge as-is, or are there changes you want first. Do we remove the old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URLs the way it's built, or would you rather redirect them. Do we adopt the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shared-page thing or leave it on the branch. And who owns the manifest edit 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release checklist — that's the step most likely to get forgotten, and I'd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rather it had a name on it than a hope.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Then a short list of what I haven't built.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first one is small and I'd like it soon. There's no timeout on the docs build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step. We found that out when Breathe 5.0.0 shipped and broke the build by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hanging rather than erroring — three runs on main burned six hours each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before Actions killed them. A timeout makes that a ten-minute failure instead of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 afternoon.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rest are nice to have and none of them block anything.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Questions?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---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42F38E-AF41-44B2-9620-F4DCE6D1080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complete before-and-after, if anyone wants to check a specific claim.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Three rows people ask about. 404.html is gone because the site root is now 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chooser rather than a redirect, and there's nothing sensible to say to someone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who lands on a URL naming no product.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"Replaces the whole site" is measured, not inferred — pages whose sources were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deleted in July return 404 on production today, while their surviving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neighbours return 200. That's what force_orphan does, and it's why no release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could ever have survived the next merge to main.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the "removed pages" row is the one genuine regression in the whole change.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We gave up "the site is always exactly the current build" to get versions. It's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same setting doing both.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EC5DD4-503C-49C5-922B-792120BB7AB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We follow their workflow shape and namespace layout, and pin the same deploy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action at the same commit. Four deviations; the second row is the substantive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one, and it's the reason the stamp check exists.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735099-160B-4EB7-B02E-D0E94D9B2F1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Unchanged — none of this was touched. The only number that matters elsewhere 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180 meg per C++ build, which is the capacity constraint on slide ten.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46A091-AA14-4148-B2CF-C9F0A7E9D41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7EE8AA-0338-461A-9CF7-01BF9D18F7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4D932C-9AE3-4C3E-98A7-AF75D281E9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3898D30-69B8-415F-8D9B-9AF07112BD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FB74657-F120-4974-9716-465CCC5EC6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35348F3-ADD5-444C-93AE-FDB38FBAD6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99AE7E7-0A7C-49E6-A62A-CBDDE8265A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DA60A17-062C-4D64-8B22-69B646834B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DD1C826-B302-4360-8521-7CD4991C0E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C335DF1-AB89-47C2-AEFB-46E4904151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26F7259-46CA-4D3B-A462-D07187A3AA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932C5CB-A530-48C6-80C6-240FA4CA6A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6A24BE-A558-4945-A11D-9AB554217D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2914E7-A706-41CA-9277-1FEFABFA20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970D8B-13A9-415F-9E1A-FF0EE404135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981668-B510-4057-9F5B-595F2CC04CA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ED8771-9127-4AF3-BF29-CA9AEC5480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83D08B-4B05-4A80-870F-2E0652FC71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5F5768-B4B6-4AA7-B34D-CDCBB43FD8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1F8845-79F9-498E-865C-3F1D183CB7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68B59C-78B0-4820-A55D-F0ED067970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F52C3C-BE69-4982-AEE5-A08AF65BC8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780A5E-3F04-4647-AC46-39ABA892610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Quick intro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567000" y="129852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C++ and Python release on their own cadences. We want to split the docs so they can be versioned independently.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5"/>
          <p:cNvSpPr/>
          <p:nvPr/>
        </p:nvSpPr>
        <p:spPr>
          <a:xfrm>
            <a:off x="567000" y="1719000"/>
            <a:ext cx="11057400" cy="133452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713160" y="1810440"/>
            <a:ext cx="10783080" cy="13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/cccl/                    a chooser: C++ or 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/cccl/cpp/unstable/       C++, built from main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/cccl/cpp/3.4.2/          C++ release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/cccl/python/unstable/    Python, built from main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/cccl/python/1.1.1/       Python release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567000" y="3218760"/>
            <a:ext cx="110574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Unchanged: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Sphinx · the NVIDIA theme · Doxygen 1.9.6 · Breathe ·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auto_api_generator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·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gh-pages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· Pages serving from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/docs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567000" y="395028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Changed: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five things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The old setup already had all the parts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3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567000" y="129852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Present: version directories, a manifest, a switcher, and a release publication path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567000" y="203004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Two things independently prevented a second version from existing.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567000" y="2450520"/>
            <a:ext cx="110574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1. Every deploy replaced the site.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force_orphan: true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rebuilds the branch from the artifact each time.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567000" y="287496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2. Every build regenerated the manifest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, with one entry (the version it had just built):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10"/>
          <p:cNvSpPr/>
          <p:nvPr/>
        </p:nvSpPr>
        <p:spPr>
          <a:xfrm>
            <a:off x="601200" y="3267720"/>
            <a:ext cx="11057400" cy="89568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11"/>
          <p:cNvSpPr/>
          <p:nvPr/>
        </p:nvSpPr>
        <p:spPr>
          <a:xfrm>
            <a:off x="713160" y="3494880"/>
            <a:ext cx="10783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cat &gt; "${HTML_DIR}/nv-versions.json" &lt;&lt;EOF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[ { "version": "${VERSION}", "url": "${BASE_URL}${VERSION}/", ... } 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EOF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Change 1 of 5: two builds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angle 3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Rectangle 4"/>
          <p:cNvSpPr/>
          <p:nvPr/>
        </p:nvSpPr>
        <p:spPr>
          <a:xfrm>
            <a:off x="567000" y="1298520"/>
            <a:ext cx="11057400" cy="133452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713160" y="1389960"/>
            <a:ext cx="10783080" cy="13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BEFORE   one Sphinx project, rooted at docs/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         </a:t>
            </a: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docs/python/ swept in, published at /cccl/unstable/python/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NOW      C++      source root docs/          config docs/conf.py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         </a:t>
            </a: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Python   source root docs/python/   config docs/python_conf/  (via -c)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567000" y="279792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The enabling line, in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docs/conf.py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7"/>
          <p:cNvSpPr/>
          <p:nvPr/>
        </p:nvSpPr>
        <p:spPr>
          <a:xfrm>
            <a:off x="567000" y="3218760"/>
            <a:ext cx="11057400" cy="45684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713160" y="3310200"/>
            <a:ext cx="1078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exclude_patterns = ["python", ...]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567000" y="384048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Version number is a property of a build.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67000" y="457200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The cost: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a Sphinx cross-reference can't cross a project boundary.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11"/>
          <p:cNvSpPr/>
          <p:nvPr/>
        </p:nvSpPr>
        <p:spPr>
          <a:xfrm>
            <a:off x="567000" y="4992480"/>
            <a:ext cx="11057400" cy="67644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12"/>
          <p:cNvSpPr/>
          <p:nvPr/>
        </p:nvSpPr>
        <p:spPr>
          <a:xfrm>
            <a:off x="713160" y="5083920"/>
            <a:ext cx="107830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BEFORE   :ref:`C++ CUDASTF documentation &lt;stf&gt;`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NOW      `C++ CUDASTF documentation &lt;https://…/cccl/cpp/unstable/cudax/stf.html&gt;`_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13"/>
          <p:cNvSpPr/>
          <p:nvPr/>
        </p:nvSpPr>
        <p:spPr>
          <a:xfrm>
            <a:off x="567000" y="583380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3 pages, 4 links, all Python → C++. None in the other direction.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Change 2 of 5: the version becomes a destination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10720080" y="475560"/>
            <a:ext cx="5284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a5a5a"/>
                </a:solidFill>
                <a:latin typeface="Segoe UI"/>
              </a:rPr>
              <a:t>3 min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angle 3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4"/>
          <p:cNvSpPr/>
          <p:nvPr/>
        </p:nvSpPr>
        <p:spPr>
          <a:xfrm>
            <a:off x="567000" y="1298520"/>
            <a:ext cx="11057400" cy="177372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713160" y="1389960"/>
            <a:ext cx="10783080" cy="17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BEFORE   SPHINX_CCCL_VER   any string, whatever the workflow put there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         </a:t>
            </a: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html_baseurl      https://nvidia.github.io/cccl/    ← no version in 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         </a:t>
            </a: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version_match     whatever release happened to be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NOW      SPHINX_CCCL_VER   ^(unstable|[0-9]+\.[0-9]+\.[0-9]+)$    validated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         </a:t>
            </a: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html_baseurl      &lt;component root&gt;/&lt;version&gt;/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         </a:t>
            </a: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version_match     the same value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6"/>
          <p:cNvSpPr/>
          <p:nvPr/>
        </p:nvSpPr>
        <p:spPr>
          <a:xfrm>
            <a:off x="567000" y="3237120"/>
            <a:ext cx="11057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76b900"/>
                </a:solidFill>
                <a:latin typeface="Segoe UI"/>
              </a:rPr>
              <a:t>Still one variable. It now has to be a legal place.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 7"/>
          <p:cNvSpPr/>
          <p:nvPr/>
        </p:nvSpPr>
        <p:spPr>
          <a:xfrm>
            <a:off x="567000" y="3712320"/>
            <a:ext cx="11057400" cy="133452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713160" y="3803760"/>
            <a:ext cx="10783080" cy="13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SPHINX_CCCL_VER = 3.5.0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     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     ├── </a:t>
            </a: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gen_docs.bash   creates   docs/cpp/3.5.0/        ← bash makes the directory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     └── </a:t>
            </a: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conf.py         html_baseurl  = …/cpp/3.5.0/     ← Sphinx writes the canonical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                         </a:t>
            </a: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version_match = 3.5.0            ← Sphinx writes the stamp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9"/>
          <p:cNvSpPr/>
          <p:nvPr/>
        </p:nvSpPr>
        <p:spPr>
          <a:xfrm>
            <a:off x="567000" y="521208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Rejected before the build starts: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9" name="Table 10"/>
          <p:cNvGraphicFramePr/>
          <p:nvPr/>
        </p:nvGraphicFramePr>
        <p:xfrm>
          <a:off x="567000" y="5632560"/>
          <a:ext cx="11057400" cy="932400"/>
        </p:xfrm>
        <a:graphic>
          <a:graphicData uri="http://schemas.openxmlformats.org/drawingml/2006/table">
            <a:tbl>
              <a:tblPr/>
              <a:tblGrid>
                <a:gridCol w="3685680"/>
                <a:gridCol w="3685680"/>
                <a:gridCol w="3685680"/>
              </a:tblGrid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3.4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a rolling directory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content would change under a bookmark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3.5.0-rc0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a pre-release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unreleased docs at a released version's URL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3.6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VERSION.md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's value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not a release; two components, not three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Change 3 of 5: the manifest becomes checked-in data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10663920" y="475560"/>
            <a:ext cx="641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a5a5a"/>
                </a:solidFill>
                <a:latin typeface="Segoe UI"/>
              </a:rPr>
              <a:t>2½ min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ectangle 3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ectangle 4"/>
          <p:cNvSpPr/>
          <p:nvPr/>
        </p:nvSpPr>
        <p:spPr>
          <a:xfrm>
            <a:off x="567000" y="1298520"/>
            <a:ext cx="11057400" cy="67644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5"/>
          <p:cNvSpPr/>
          <p:nvPr/>
        </p:nvSpPr>
        <p:spPr>
          <a:xfrm>
            <a:off x="713160" y="1389960"/>
            <a:ext cx="107830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BEFORE   generated by every build · one entry · at the site root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NOW      checked in · one per product · lists every version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567000" y="213984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One file per product: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 7"/>
          <p:cNvSpPr/>
          <p:nvPr/>
        </p:nvSpPr>
        <p:spPr>
          <a:xfrm>
            <a:off x="567000" y="2560320"/>
            <a:ext cx="11057400" cy="67644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8"/>
          <p:cNvSpPr/>
          <p:nvPr/>
        </p:nvSpPr>
        <p:spPr>
          <a:xfrm>
            <a:off x="713160" y="2651760"/>
            <a:ext cx="107830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docs/cpp_site/nv-versions.json      →  /cccl/cpp/nv-versions.json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docs/python_site/nv-versions.json   →  /cccl/python/nv-versions.json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9"/>
          <p:cNvSpPr/>
          <p:nvPr/>
        </p:nvSpPr>
        <p:spPr>
          <a:xfrm>
            <a:off x="567000" y="340164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Edited in the release-prep commit, reviewed like any other change.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567000" y="382212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One guard: the version being published </a:t>
            </a: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must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be listed, or the docs deploy and no reader can reach them.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Change 4 of 5: publishing is tag-driven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10722240" y="475560"/>
            <a:ext cx="524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a5a5a"/>
                </a:solidFill>
                <a:latin typeface="Segoe UI"/>
              </a:rPr>
              <a:t>2 min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3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Rectangle 4"/>
          <p:cNvSpPr/>
          <p:nvPr/>
        </p:nvSpPr>
        <p:spPr>
          <a:xfrm>
            <a:off x="567000" y="1298520"/>
            <a:ext cx="11057400" cy="155412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713160" y="1389960"/>
            <a:ext cx="10783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BEFORE   push to main                        →  unstable/       the only path ever run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         </a:t>
            </a: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dispatch from a release branch      →  named for the branch   ┐  specified,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         </a:t>
            </a: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dispatch + destination_override     →  any directory typed    ┘  never used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NOW      push to main                        →  both unstable/ trees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         </a:t>
            </a: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dispatch + an exact tag             →  that product, that version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567000" y="301752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Both paths call </a:t>
            </a: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one reusable workflow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, so they cannot drift apart.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567000" y="343800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The tag is the only router.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No directory field, no product dropdown.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Change 5 of 5: deployment adds, never removes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10663920" y="475560"/>
            <a:ext cx="641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a5a5a"/>
                </a:solidFill>
                <a:latin typeface="Segoe UI"/>
              </a:rPr>
              <a:t>2½ min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 3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Rectangle 4"/>
          <p:cNvSpPr/>
          <p:nvPr/>
        </p:nvSpPr>
        <p:spPr>
          <a:xfrm>
            <a:off x="567000" y="1298520"/>
            <a:ext cx="11057400" cy="133452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713160" y="1389960"/>
            <a:ext cx="10783080" cy="13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BEFORE   peaceiris/actions-gh-pages    force_orphan: true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                                       </a:t>
            </a: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the site = the last build's artifact, nothing else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NOW      JamesIves/…-deploy-action     clean: false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                                       </a:t>
            </a: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the site = everything ever published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567000" y="279792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Same branch, same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/docs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path, same Pages config. A reader cannot tell.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7"/>
          <p:cNvSpPr/>
          <p:nvPr/>
        </p:nvSpPr>
        <p:spPr>
          <a:xfrm>
            <a:off x="567000" y="321876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What `clean: false` buys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— this is the change that makes versioning possible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8"/>
          <p:cNvSpPr/>
          <p:nvPr/>
        </p:nvSpPr>
        <p:spPr>
          <a:xfrm>
            <a:off x="567000" y="3639240"/>
            <a:ext cx="11057400" cy="92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a5a5a"/>
                </a:solidFill>
                <a:latin typeface="Segoe U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Publishing 3.5.0 leaves 3.4.2 alone. Versions coexist.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a5a5a"/>
                </a:solidFill>
                <a:latin typeface="Segoe U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A Python release cannot touch a C++ path — those files aren't in the artifact.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a5a5a"/>
                </a:solidFill>
                <a:latin typeface="Segoe U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Ordinary commits on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gh-pages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, so a bad deploy can be reverted.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9"/>
          <p:cNvSpPr/>
          <p:nvPr/>
        </p:nvSpPr>
        <p:spPr>
          <a:xfrm>
            <a:off x="567000" y="470016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What it costs — and this is new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0"/>
          <p:cNvSpPr/>
          <p:nvPr/>
        </p:nvSpPr>
        <p:spPr>
          <a:xfrm>
            <a:off x="567000" y="5120640"/>
            <a:ext cx="11057400" cy="62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a5a5a"/>
                </a:solidFill>
                <a:latin typeface="Segoe U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A page dropped from a build is no longer dropped from the site.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a5a5a"/>
                </a:solidFill>
                <a:latin typeface="Segoe U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Before, renaming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foo.md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removed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foo.html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. Now it lingers.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Putting it together: releasing C++ 3.5.0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10722240" y="475560"/>
            <a:ext cx="524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a5a5a"/>
                </a:solidFill>
                <a:latin typeface="Segoe UI"/>
              </a:rPr>
              <a:t>2 min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3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567000" y="129852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1. In the release-prep commit, add the version to that product's manifest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 5"/>
          <p:cNvSpPr/>
          <p:nvPr/>
        </p:nvSpPr>
        <p:spPr>
          <a:xfrm>
            <a:off x="567000" y="1719000"/>
            <a:ext cx="11057400" cy="67644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713160" y="1810440"/>
            <a:ext cx="107830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docs/cpp_site/nv-versions.json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{ "version": "3.5.0", "url": "https://nvidia.github.io/cccl/cpp/3.5.0/" 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567000" y="256032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2. Tag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v3.5.0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567000" y="298080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3. Actions → Deploy CCCL Documentation → Run workflow →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give it the tag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9"/>
          <p:cNvSpPr/>
          <p:nvPr/>
        </p:nvSpPr>
        <p:spPr>
          <a:xfrm>
            <a:off x="567000" y="340164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Skip step 1 and the build </a:t>
            </a: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stops and names the file to edit.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10"/>
          <p:cNvSpPr/>
          <p:nvPr/>
        </p:nvSpPr>
        <p:spPr>
          <a:xfrm>
            <a:off x="567000" y="3822120"/>
            <a:ext cx="11057400" cy="45684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11"/>
          <p:cNvSpPr/>
          <p:nvPr/>
        </p:nvSpPr>
        <p:spPr>
          <a:xfrm>
            <a:off x="713160" y="3913560"/>
            <a:ext cx="1078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BEFORE   there was no procedure — no release documentation was ever published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The guards, and watching them fire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10663920" y="475560"/>
            <a:ext cx="641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a5a5a"/>
                </a:solidFill>
                <a:latin typeface="Segoe UI"/>
              </a:rPr>
              <a:t>2½ min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 3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567000" y="1298520"/>
            <a:ext cx="11057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76b900"/>
                </a:solidFill>
                <a:latin typeface="Segoe UI"/>
              </a:rPr>
              <a:t>Every one of these fails by looking completely fine.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2" name="Table 5"/>
          <p:cNvGraphicFramePr/>
          <p:nvPr/>
        </p:nvGraphicFramePr>
        <p:xfrm>
          <a:off x="567000" y="1774080"/>
          <a:ext cx="11057400" cy="2486880"/>
        </p:xfrm>
        <a:graphic>
          <a:graphicData uri="http://schemas.openxmlformats.org/drawingml/2006/table">
            <a:tbl>
              <a:tblPr/>
              <a:tblGrid>
                <a:gridCol w="5528880"/>
                <a:gridCol w="5528880"/>
              </a:tblGrid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Check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Without it...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6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Stamp matches the directory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dropdown never highlights the current page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Version listed in the manifest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publish docs nothing links to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Label is 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unstable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 or 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X.Y.Z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a rolling 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3.4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 whose content changes under a bookmark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Tag matches the exact grammar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v3.5.0-rc0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 published as 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3.5.0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No 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python/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 inside a C++ artifact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Python pages under a C++ version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index.html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 + 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objects.inv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 exist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deploy an empty build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.nojekyll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 present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every page 200s, no CSS, no dropdown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3" name="TextBox 6"/>
          <p:cNvSpPr/>
          <p:nvPr/>
        </p:nvSpPr>
        <p:spPr>
          <a:xfrm>
            <a:off x="567000" y="4462200"/>
            <a:ext cx="110574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Exercised in real CI: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both publication paths · pre-release tag </a:t>
            </a: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rejected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· missing manifest entry </a:t>
            </a: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rejected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— both stopped with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Deploy documentation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skipped · release trees byte-identical across every deploy · 53 tests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Things to keep in mind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10722240" y="475560"/>
            <a:ext cx="524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a5a5a"/>
                </a:solidFill>
                <a:latin typeface="Segoe UI"/>
              </a:rPr>
              <a:t>2 min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ectangle 3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567000" y="1298520"/>
            <a:ext cx="110574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`unstable` is `main`, not the newest release.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Renamed from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latest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, because "latest" reads as "the current release" and means the opposite.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5"/>
          <p:cNvSpPr/>
          <p:nvPr/>
        </p:nvSpPr>
        <p:spPr>
          <a:xfrm>
            <a:off x="567000" y="203004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The old URLs are gone,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not redirected.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/cccl/unstable/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and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/cccl/unstable/python/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stop resolving.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6"/>
          <p:cNvSpPr/>
          <p:nvPr/>
        </p:nvSpPr>
        <p:spPr>
          <a:xfrm>
            <a:off x="567000" y="2450520"/>
            <a:ext cx="110574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Versions accumulate forever.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~118 MB per C++ release, 314 MB today, GitHub Pages refuses over 1 GB. Room for roughly six more.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7"/>
          <p:cNvSpPr/>
          <p:nvPr/>
        </p:nvSpPr>
        <p:spPr>
          <a:xfrm>
            <a:off x="567000" y="318204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The two existing releases can't be rebuilt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by the workflow — they predate it.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8"/>
          <p:cNvSpPr/>
          <p:nvPr/>
        </p:nvSpPr>
        <p:spPr>
          <a:xfrm>
            <a:off x="567000" y="360288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The build is not byte-reproducible.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Identical sources can produce small differences in C++ cross-reference output.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Shared pages — a prototype, not a proposal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10671480" y="475560"/>
            <a:ext cx="626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a5a5a"/>
                </a:solidFill>
                <a:latin typeface="Segoe UI"/>
              </a:rPr>
              <a:t>1½ min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 3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4"/>
          <p:cNvSpPr/>
          <p:nvPr/>
        </p:nvSpPr>
        <p:spPr>
          <a:xfrm>
            <a:off x="567000" y="129852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One source file, rendered into both products: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 5"/>
          <p:cNvSpPr/>
          <p:nvPr/>
        </p:nvSpPr>
        <p:spPr>
          <a:xfrm>
            <a:off x="567000" y="1719000"/>
            <a:ext cx="11057400" cy="67644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6"/>
          <p:cNvSpPr/>
          <p:nvPr/>
        </p:nvSpPr>
        <p:spPr>
          <a:xfrm>
            <a:off x="713160" y="1810440"/>
            <a:ext cx="107830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docs/howto/howto1.md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docs/python/howto/howto1.md  →  ../../howto/howto1.md      (committed symlink)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567000" y="256032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Placed independently in each sidebar — CUDA Experimental in C++,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cuda.compute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in Python.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8"/>
          <p:cNvSpPr/>
          <p:nvPr/>
        </p:nvSpPr>
        <p:spPr>
          <a:xfrm>
            <a:off x="567000" y="298080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Each copy inherits the version of the build it is in.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What I need from you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10671480" y="475560"/>
            <a:ext cx="626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a5a5a"/>
                </a:solidFill>
                <a:latin typeface="Segoe UI"/>
              </a:rPr>
              <a:t>1½ min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 3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567000" y="129852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Decide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567000" y="1719000"/>
            <a:ext cx="11057400" cy="12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a5a5a"/>
                </a:solidFill>
                <a:latin typeface="Segoe U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Merge as-is, or with changes?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a5a5a"/>
                </a:solidFill>
                <a:latin typeface="Segoe U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Old URLs: remove, as built — or redirect?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a5a5a"/>
                </a:solidFill>
                <a:latin typeface="Segoe U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Shared pages: adopt, or leave the prototype on the branch?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a5a5a"/>
                </a:solidFill>
                <a:latin typeface="Segoe U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Who owns the manifest edit in the release checklist?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567000" y="307224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Not built yet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7"/>
          <p:cNvSpPr/>
          <p:nvPr/>
        </p:nvSpPr>
        <p:spPr>
          <a:xfrm>
            <a:off x="567000" y="3493080"/>
            <a:ext cx="11057400" cy="62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a5a5a"/>
                </a:solidFill>
                <a:latin typeface="Segoe U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timeout-minutes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on the build step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a5a5a"/>
                </a:solidFill>
                <a:latin typeface="Segoe U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Link checking · PR doc previews · a first-class dry-run mode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The old system and the new one, side by side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ectangle 2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Rectangle 3"/>
          <p:cNvSpPr/>
          <p:nvPr/>
        </p:nvSpPr>
        <p:spPr>
          <a:xfrm>
            <a:off x="567000" y="1298520"/>
            <a:ext cx="11057400" cy="396828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4"/>
          <p:cNvSpPr/>
          <p:nvPr/>
        </p:nvSpPr>
        <p:spPr>
          <a:xfrm>
            <a:off x="713160" y="1389960"/>
            <a:ext cx="10783080" cy="39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                        </a:t>
            </a: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BEFORE                          NOW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Sphinx projects         1, rooted at docs/              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Python docs             /cccl/unstable/python/          /cccl/python/&lt;version&gt;/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Version input           SPHINX_CCCL_VER, unvalidated    SPHINX_CCCL_VER, validated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Stamp checked           no                              yes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Manifest                generated, 1 entry, site root   checked in, per product, all versions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versions.json           shipped, unread                 dropped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Release trigger         dispatch from a release branch  dispatch with an exact tag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Releases ever shipped   none (0 dispatch runs)          2, plus every future tag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Destination             free-text override              derived from the tag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Deploy action           peaceiris, force_orphan         JamesIves, clean: false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Deploy semantics        replaces the whole site         adds and replaces paths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gh-pages history        1 commit, rewritten each time   ordinary commits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Removed pages           vanish at the next deploy       linger until a manual git rm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Site root               redirect + 404.html             a chooser, no 404 handler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Workflow                one job                         reusable workflow, two entry points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Consolas"/>
              </a:rPr>
              <a:t>Tests                   none                            53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Where this departs from cuda-python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ectangle 2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3"/>
          <p:cNvSpPr/>
          <p:nvPr/>
        </p:nvSpPr>
        <p:spPr>
          <a:xfrm>
            <a:off x="567000" y="1298520"/>
            <a:ext cx="110574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1a1a"/>
                </a:solidFill>
                <a:latin typeface="Segoe UI"/>
              </a:rPr>
              <a:t>Followed exactly: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reusable workflow shape, component namespaces, the same deploy action at the same pinned commit,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clean: false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4" name="Table 4"/>
          <p:cNvGraphicFramePr/>
          <p:nvPr/>
        </p:nvGraphicFramePr>
        <p:xfrm>
          <a:off x="567000" y="2030040"/>
          <a:ext cx="11057400" cy="1572120"/>
        </p:xfrm>
        <a:graphic>
          <a:graphicData uri="http://schemas.openxmlformats.org/drawingml/2006/table">
            <a:tbl>
              <a:tblPr/>
              <a:tblGrid>
                <a:gridCol w="3685680"/>
                <a:gridCol w="3685680"/>
                <a:gridCol w="3685680"/>
              </a:tblGrid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cuda-python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CCCL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6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Development directory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latest/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unstable/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Version stamp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source version (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1.2.1.dev72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the publication label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Second manifest (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versions.json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shipped, unread, drifted in production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dropped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Old URL scheme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preserved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removed outright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What actually produces the HTML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ectangle 2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ectangle 3"/>
          <p:cNvSpPr/>
          <p:nvPr/>
        </p:nvSpPr>
        <p:spPr>
          <a:xfrm>
            <a:off x="567000" y="1298520"/>
            <a:ext cx="11057400" cy="133452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713160" y="1389960"/>
            <a:ext cx="10783080" cy="13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headers  --Doxygen--&gt;  XML  --auto_api_generator--&gt;  .rst stubs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                                                           </a:t>
            </a: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|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                                              </a:t>
            </a: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Sphinx + Breathe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                                                           </a:t>
            </a: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v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                                              </a:t>
            </a:r>
            <a:r>
              <a:rPr b="0" lang="en-US" sz="1200" spc="-1" strike="noStrike">
                <a:solidFill>
                  <a:srgbClr val="1a1a1a"/>
                </a:solidFill>
                <a:latin typeface="Consolas"/>
              </a:rPr>
              <a:t>1,694 pages, 180 MB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5"/>
          <p:cNvSpPr/>
          <p:nvPr/>
        </p:nvSpPr>
        <p:spPr>
          <a:xfrm>
            <a:off x="567000" y="2797920"/>
            <a:ext cx="110574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1,225 of those pages are generated at build time and gitignored. Python is different: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autodoc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 imports the package. 14 pages, 7.7 MB.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567000" y="384120"/>
            <a:ext cx="11057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1a1a"/>
                </a:solidFill>
                <a:latin typeface="Segoe UI"/>
              </a:rPr>
              <a:t>File map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 2"/>
          <p:cNvSpPr/>
          <p:nvPr/>
        </p:nvSpPr>
        <p:spPr>
          <a:xfrm>
            <a:off x="567000" y="1060560"/>
            <a:ext cx="11057400" cy="9000"/>
          </a:xfrm>
          <a:prstGeom prst="rect">
            <a:avLst/>
          </a:prstGeom>
          <a:solidFill>
            <a:srgbClr val="d8da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92" name="Table 3"/>
          <p:cNvGraphicFramePr/>
          <p:nvPr/>
        </p:nvGraphicFramePr>
        <p:xfrm>
          <a:off x="567000" y="1298520"/>
          <a:ext cx="11057400" cy="3108600"/>
        </p:xfrm>
        <a:graphic>
          <a:graphicData uri="http://schemas.openxmlformats.org/drawingml/2006/table">
            <a:tbl>
              <a:tblPr/>
              <a:tblGrid>
                <a:gridCol w="5528880"/>
                <a:gridCol w="5528880"/>
              </a:tblGrid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Path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What it is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6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.github/workflows/docs-deploy.yml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the two entry points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.github/workflows/build-docs.yml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the reusable workflow both call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docs/gen_all_docs.bash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development build: both products plus the shell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docs/gen_docs.bash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 / 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gen_python_docs.bash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the two component builds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docs/release_label.py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tag → (component, version)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docs/check_manifests.py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membership, agreement, rehearsal retargeting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docs/cpp_site/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, </a:t>
                      </a: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docs/python_site/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checked-in manifests and landing redirects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docs/smoke_site.py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checks a published site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onsolas"/>
                        </a:rPr>
                        <a:t>docs/test_docs_build.py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73080" tIns="27360" bIns="27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Segoe UI"/>
                        </a:rPr>
                        <a:t>53 tests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3" name="TextBox 4"/>
          <p:cNvSpPr/>
          <p:nvPr/>
        </p:nvSpPr>
        <p:spPr>
          <a:xfrm>
            <a:off x="567000" y="4608720"/>
            <a:ext cx="1105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Full reference: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docs/publishing-design.md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. Tutorial: </a:t>
            </a:r>
            <a:r>
              <a:rPr b="0" lang="en-US" sz="1600" spc="-1" strike="noStrike">
                <a:solidFill>
                  <a:srgbClr val="1a1a1a"/>
                </a:solidFill>
                <a:latin typeface="Consolas"/>
              </a:rPr>
              <a:t>docs/publishing-tutorial.md</a:t>
            </a:r>
            <a:r>
              <a:rPr b="0" lang="en-US" sz="1600" spc="-1" strike="noStrike">
                <a:solidFill>
                  <a:srgbClr val="1a1a1a"/>
                </a:solidFill>
                <a:latin typeface="Segoe UI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LibreOffice/24.2.7.2$Linux_AARCH64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2026-09-28T23:24:37Z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